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75"/>
    <p:restoredTop sz="96327"/>
  </p:normalViewPr>
  <p:slideViewPr>
    <p:cSldViewPr snapToGrid="0" snapToObjects="1">
      <p:cViewPr varScale="1">
        <p:scale>
          <a:sx n="113" d="100"/>
          <a:sy n="113" d="100"/>
        </p:scale>
        <p:origin x="17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AFD94-D46B-754A-A918-7073433FE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0B3EA-CD70-E84F-9382-D6D1CAAAC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E64F6-016B-E142-A40C-4BBC6441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D1918-1187-0042-879F-84D76CB9D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FC6DD-3797-B746-8AFD-98E4F5A9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27684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F7B7B-4173-354F-8A10-89EEBBB0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F70A2-38B6-4B42-89BC-002DC3BC8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17CC0-200F-E64E-9D16-7736CDAD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902FD-8AB1-B240-BD5B-A76EBBB26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AA4C3-741B-AD4F-9185-CC858EF3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38487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CA91-B5A2-994A-80FC-A609F6698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5A8AA-E435-2947-B33A-2E24DAECD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AB6AB-F2BB-1F45-A408-04FDA3A3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8DCFD-8E42-D943-9AD6-5CB4A634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B65DD-DF51-4D4B-A415-AF6761E44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05663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538A-7CBC-6243-B16A-E4C9ED28E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80F11-644A-AE45-BB6E-04F840F47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B31F7-900B-FF48-93E0-7DC9DD5A2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FFC2B-A824-384C-B8EC-386C46F3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E8D96-A94E-1F48-9C7F-8EFC7AFB0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3BB8E-E7B3-2846-AA35-6C606DCB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05156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5785-E743-E649-A608-456AC31DC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0DBEC-531E-F54C-B725-8BE16F5CA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720F1-CC50-BB47-A1E6-21CF606F7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173730-2411-0A4F-BE6F-428855AAE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CEF02-C24E-9D4F-B141-36836F4F9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F3A01-2FE7-4A4A-A33A-C1B2B45E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3A3CD-C3E7-7449-BEBF-039818ED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78508-8D2B-5848-9132-A86BD39C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053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F891-E1A8-B047-BE53-0E9E2399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B31CD-55FA-AD43-9CBB-B397DC49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78B4A5-8FBF-BD4B-A4E9-B429D42E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9E787-7FB3-E34D-AA82-81675E89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630640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1D080-36BA-8B4F-B810-98A03772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DDAF6-2CCE-A843-873D-12BD85E46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F2866-0EEC-E344-B663-3E88A287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45197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27BA-4E2F-CF47-8518-4ACFAE9CB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D69C7-C504-CE48-B69E-0304FF04C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5E918A-9446-AD4B-8DD3-B5D0F8BB5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6015F-E79C-324D-8350-27A93469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C61E5-9EC7-4044-8CC8-497446DA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6A987-BA0E-844F-A9A4-6CE2B691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317069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6D4FF-9E43-D34A-A40D-A59DC297B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ECEA92-22B3-E042-8E43-8A8A531CE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A6E5F-1C98-7D4B-BCF6-E6358A712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F4125-BA21-4848-B3AC-1DC903FE8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6960F-CF93-6641-882F-9EEEB5A5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6BA55-3615-734C-80DE-7B1CA4A1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156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8A63-9152-EE42-9BA4-51A689081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343D5-33F8-774E-A36A-AFC538D25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823C3-8BA9-0744-8D26-5CFF3608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975B8-16EB-644B-9E4D-0D93D280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1A81C-706F-644B-B2F6-C4442039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76904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FE4EB-00BE-9E46-85E9-0678DC180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14E95-96C4-FF44-958A-76603F6D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A59D0-6CFC-DB4E-B33B-69D9DE5E6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1017A-75EB-F548-8B19-8A24F9D1D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79FC-CB48-3447-B750-10753755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838961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EDEF0-EECD-514D-84E1-25957782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355CE-D9E2-DC4A-8CCE-FFA13F3A2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5753B-C4DE-ED42-B5EA-6BBE3D73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82315-6F5C-EA40-9E65-1748329416F7}" type="datetimeFigureOut">
              <a:rPr lang="en-KZ" smtClean="0"/>
              <a:t>29.11.2021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765F2-0CF5-E945-B554-EAFA7F56A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DB49-2C9D-9C4F-B3AB-AC4ECFAAB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F97DF-32F9-D042-AA27-3A498545DA4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543585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0E781-BC83-C14A-9EAC-25032DD47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Анализ по результатам рекламы клиента Омега по категории »Потребительское </a:t>
            </a:r>
            <a:r>
              <a:rPr lang="ru-RU" dirty="0" err="1"/>
              <a:t>кредитирование</a:t>
            </a:r>
            <a:r>
              <a:rPr lang="ru-RU" dirty="0"/>
              <a:t>»</a:t>
            </a:r>
            <a:endParaRPr lang="en-K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AF2A41-36EB-C741-A517-D4F1B57F5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8865"/>
            <a:ext cx="9144000" cy="1655762"/>
          </a:xfrm>
        </p:spPr>
        <p:txBody>
          <a:bodyPr/>
          <a:lstStyle/>
          <a:p>
            <a:r>
              <a:rPr lang="ru-RU" dirty="0" err="1"/>
              <a:t>Куздикбай</a:t>
            </a:r>
            <a:r>
              <a:rPr lang="ru-RU" dirty="0"/>
              <a:t> </a:t>
            </a:r>
            <a:r>
              <a:rPr lang="ru-RU" dirty="0" err="1"/>
              <a:t>Нурлы</a:t>
            </a:r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162517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9DF70-2523-4A4E-83CF-206A3F19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Конверсия клиентов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6515A-FBA2-7D46-8A8F-96EA73D7A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066" y="1825625"/>
            <a:ext cx="4696734" cy="4351338"/>
          </a:xfrm>
        </p:spPr>
        <p:txBody>
          <a:bodyPr/>
          <a:lstStyle/>
          <a:p>
            <a:r>
              <a:rPr lang="ru-RU" dirty="0"/>
              <a:t>Конверсия ниже среднего показателя среди всех клиентов</a:t>
            </a:r>
            <a:endParaRPr lang="en-K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84B0B-3B79-E14E-BFA3-18E4AF517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0386"/>
            <a:ext cx="5818866" cy="486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4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BCA10-C1B4-0349-BBC3-B6BF4922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Конверсия из показа в целевой визит</a:t>
            </a:r>
            <a:endParaRPr lang="en-KZ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174EA0-3DE0-5744-A493-F218FB268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0810" y="1895231"/>
            <a:ext cx="69469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23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DAE7B-05EA-7746-B04A-7EF58080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Конверсия из кликов в целевой визит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74307-D480-E94D-AC4D-B7C25A05A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Z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7F64D-CF87-BD44-ADD7-DD50A4C40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359" y="1825625"/>
            <a:ext cx="35433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45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E084-973C-164C-A4D7-5C44A6076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Расходы за клик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C9060-D274-E743-843C-A8FCD93DB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8488" y="1825625"/>
            <a:ext cx="4687006" cy="4351338"/>
          </a:xfrm>
        </p:spPr>
        <p:txBody>
          <a:bodyPr/>
          <a:lstStyle/>
          <a:p>
            <a:r>
              <a:rPr lang="ru-RU" dirty="0"/>
              <a:t>Не смотря на низкую конверсию, клиент Омега имеет одного из самых высоких расходов среди всех остальных клиентов</a:t>
            </a:r>
            <a:endParaRPr lang="en-K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EC42F-AC3E-824E-8C36-EAD066CDF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06" y="1530558"/>
            <a:ext cx="6131983" cy="511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1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67FA-DBE1-1649-B96F-B7516823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Расходы за конверсию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43E46-16AB-C649-849A-8323AAD5C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26D1CE-EBBA-DC4B-A761-7741B02FB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640226"/>
            <a:ext cx="5662789" cy="495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62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0C4C-B115-8F4C-B344-1074D9ED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по устройствам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039C3-6170-2745-8B81-8CFF2042C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4874" y="1825625"/>
            <a:ext cx="5538926" cy="4351338"/>
          </a:xfrm>
        </p:spPr>
        <p:txBody>
          <a:bodyPr/>
          <a:lstStyle/>
          <a:p>
            <a:r>
              <a:rPr lang="ru-RU" dirty="0"/>
              <a:t>На мобильных устройствах больше всего конверсии</a:t>
            </a:r>
            <a:endParaRPr lang="en-K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6D2E9-B731-7C44-82C5-78DE46D3C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97" y="1568551"/>
            <a:ext cx="4983689" cy="517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CE35-E6F7-AE4D-9D48-6EA8BEF3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по типу объявления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9EBF5-E66C-414F-B60B-A9902B72C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022" y="1825625"/>
            <a:ext cx="5686778" cy="4351338"/>
          </a:xfrm>
        </p:spPr>
        <p:txBody>
          <a:bodyPr/>
          <a:lstStyle/>
          <a:p>
            <a:r>
              <a:rPr lang="ru-RU" dirty="0"/>
              <a:t>Текстовые объявления приносят больше всего конверсии</a:t>
            </a:r>
            <a:endParaRPr lang="en-K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AA5C0A-D40C-5D45-AC48-EF572641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7498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41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485A-180A-674D-A298-493CEE2C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по типу </a:t>
            </a:r>
            <a:r>
              <a:rPr lang="ru-RU" dirty="0" err="1"/>
              <a:t>таргетинга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7CB74-DB96-4340-B6D3-694638C3C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lang="ru-RU" dirty="0" err="1"/>
              <a:t>Таргетинг</a:t>
            </a:r>
            <a:r>
              <a:rPr lang="ru-RU" dirty="0"/>
              <a:t> по фразам имеет самую большую эффективность</a:t>
            </a:r>
            <a:endParaRPr lang="en-K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B37C3-5320-2245-91B5-88B3E279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1801"/>
            <a:ext cx="4930422" cy="517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93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A0C1-9E5A-7B47-A518-43D3F317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2781A-E13C-CD40-A64F-64A0A916A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Клиент Омега хоть и тратит на рекламу не малые расходы, реклама сравнительно не приносит пользу</a:t>
            </a:r>
          </a:p>
          <a:p>
            <a:r>
              <a:rPr lang="ru-RU" dirty="0"/>
              <a:t>Но при изменении типа </a:t>
            </a:r>
            <a:r>
              <a:rPr lang="ru-RU" dirty="0" err="1"/>
              <a:t>таргетинга</a:t>
            </a:r>
            <a:r>
              <a:rPr lang="ru-RU" dirty="0"/>
              <a:t> и объявления на более эффективный, клиент может повысить конверсию</a:t>
            </a:r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902252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121</Words>
  <Application>Microsoft Macintosh PowerPoint</Application>
  <PresentationFormat>Widescreen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Анализ по результатам рекламы клиента Омега по категории »Потребительское кредитирование»</vt:lpstr>
      <vt:lpstr>Конверсия клиентов</vt:lpstr>
      <vt:lpstr>Конверсия из показа в целевой визит</vt:lpstr>
      <vt:lpstr>Конверсия из кликов в целевой визит</vt:lpstr>
      <vt:lpstr>Расходы за клик</vt:lpstr>
      <vt:lpstr>Расходы за конверсию</vt:lpstr>
      <vt:lpstr>Рекомендации по устройствам</vt:lpstr>
      <vt:lpstr>Рекомендации по типу объявления</vt:lpstr>
      <vt:lpstr>Рекомендации по типу таргетинга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по результатам рекламы клиента Омега по категории »Потребительское кредитирование»</dc:title>
  <dc:creator>Dias Zhassanbay</dc:creator>
  <cp:lastModifiedBy>Dias Zhassanbay</cp:lastModifiedBy>
  <cp:revision>1</cp:revision>
  <dcterms:created xsi:type="dcterms:W3CDTF">2021-11-29T14:43:24Z</dcterms:created>
  <dcterms:modified xsi:type="dcterms:W3CDTF">2021-11-29T16:06:30Z</dcterms:modified>
</cp:coreProperties>
</file>